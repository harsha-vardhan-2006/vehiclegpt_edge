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30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28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10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88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3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44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2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54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8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4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08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583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97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827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87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313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26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6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745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03228-4751-4F53-A7F7-9080AFB031FA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2CE-49C7-403A-A106-CE2A83A98F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72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D68-FF19-4C40-B203-FF6228C5C208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B0BD9-A53D-48D3-BB72-10255F89A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0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E0110-3D53-56A3-B428-F22C9DFF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3218-B2DB-AB44-5DFE-A9CB98F2A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0"/>
            <a:ext cx="12191980" cy="6856718"/>
          </a:xfrm>
          <a:prstGeom prst="rect">
            <a:avLst/>
          </a:prstGeom>
        </p:spPr>
      </p:pic>
      <p:pic>
        <p:nvPicPr>
          <p:cNvPr id="14" name="Content Placeholder 6">
            <a:extLst>
              <a:ext uri="{FF2B5EF4-FFF2-40B4-BE49-F238E27FC236}">
                <a16:creationId xmlns:a16="http://schemas.microsoft.com/office/drawing/2014/main" id="{DAC1E459-A0ED-D730-5E34-2662D85A7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4504438" y="723899"/>
            <a:ext cx="3183124" cy="1028701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51E1DA9C-07E8-A7EE-F0F0-74A842D8366D}"/>
              </a:ext>
            </a:extLst>
          </p:cNvPr>
          <p:cNvSpPr txBox="1">
            <a:spLocks/>
          </p:cNvSpPr>
          <p:nvPr/>
        </p:nvSpPr>
        <p:spPr>
          <a:xfrm>
            <a:off x="4623106" y="1917655"/>
            <a:ext cx="2945788" cy="6060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Case Study No.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7F9FFC-5CA4-1C83-5E38-8DBBC6652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0112" y="2912065"/>
            <a:ext cx="6231775" cy="760059"/>
          </a:xfrm>
        </p:spPr>
        <p:txBody>
          <a:bodyPr>
            <a:noAutofit/>
          </a:bodyPr>
          <a:lstStyle/>
          <a:p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Details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C4B1A3C-0B9F-3BDB-8C06-470AADE51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627" y="3652835"/>
            <a:ext cx="6231775" cy="112842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182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A7B0-D290-F374-CB83-A8971125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14" y="898058"/>
            <a:ext cx="10515600" cy="13255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F1BD9-4BA1-4C00-F20D-6F87E11B1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714" y="2358558"/>
            <a:ext cx="10515600" cy="435133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2" descr="od-banner">
            <a:extLst>
              <a:ext uri="{FF2B5EF4-FFF2-40B4-BE49-F238E27FC236}">
                <a16:creationId xmlns:a16="http://schemas.microsoft.com/office/drawing/2014/main" id="{F4826D9E-742D-0A39-8864-4C7889B0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1341" y="89039"/>
            <a:ext cx="803547" cy="56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7886EE-DB1A-217A-4691-1FAE5586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6" b="34336"/>
          <a:stretch>
            <a:fillRect/>
          </a:stretch>
        </p:blipFill>
        <p:spPr>
          <a:xfrm>
            <a:off x="0" y="14083"/>
            <a:ext cx="2361332" cy="76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4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Custom Design</vt:lpstr>
      <vt:lpstr>Team Details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Aaquib Jawaid</dc:creator>
  <cp:lastModifiedBy>Fatima Ameer</cp:lastModifiedBy>
  <cp:revision>7</cp:revision>
  <dcterms:created xsi:type="dcterms:W3CDTF">2024-10-25T17:59:13Z</dcterms:created>
  <dcterms:modified xsi:type="dcterms:W3CDTF">2026-09-23T11:32:25Z</dcterms:modified>
</cp:coreProperties>
</file>